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55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48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THE HUMAN RIGHTS AGENDA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828800" y="139511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</a:rPr>
              <a:t>IN UN PEACEKEEPING MISSIONS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1828800" y="1828800"/>
            <a:ext cx="32004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53680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9E795"/>
                </a:solidFill>
              </a:rPr>
              <a:t>A Practitioner Approach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86000" y="3200400"/>
            <a:ext cx="2103120" cy="54864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86000" y="3200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Central African Republic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3200400"/>
            <a:ext cx="2103120" cy="54864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0" y="3200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 Sudan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</a:rPr>
              <a:t>Introduction and Contextual Framework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Global Context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Geopolitical impact and regional security threats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Community Level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Local dynamics and civil strife consequences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103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Multilateral Response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0936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UN mechanisms and peacekeeping interventions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2918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UN HUMAN RIGHTS ARCHITECTURE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493623" y="2514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</a:rPr>
              <a:t>The Human Rights System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0" y="914400"/>
            <a:ext cx="13716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</a:rPr>
              <a:t>UN Charter (1945)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Foundation of multilateral system and human rights agenda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C7293"/>
                </a:solidFill>
              </a:rPr>
              <a:t>Security Council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C7293"/>
                </a:solidFill>
              </a:rPr>
              <a:t>General Assembly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C7293"/>
                </a:solidFill>
              </a:rPr>
              <a:t>Human Rights Council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C7293"/>
                </a:solidFill>
              </a:rPr>
              <a:t>UN Secretariat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</a:rPr>
              <a:t>Integration of international human rights law and humanitarian law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</a:rPr>
              <a:t>From Mandate to Action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286000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Security Council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Legal Authority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58737" y="1463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286000" cy="109728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Translation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Operational Priorities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286000" cy="109728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Field Reality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Implementation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7680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26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544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</a:rPr>
              <a:t>Key Constraints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554480" y="32004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Host State consent • Political dynamics • Security risks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Resource limitations • Competing priorities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</a:rPr>
              <a:t>Operational Human Rights Activities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Monitoring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Field investigations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Victim interviews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Evidence collection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Verification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Source cross-referencing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Legal analysis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Pattern identification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040880" y="13716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554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Reporting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30936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Public accountability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0936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UN body reporting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Transparency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65A82"/>
                </a:solidFill>
              </a:rPr>
              <a:t>Protection of Civilians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96167"/>
                </a:solidFill>
              </a:rPr>
              <a:t>CORE MANDATE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9728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Physical Protection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Military and police presence in high-risk areas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972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Protective Environment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Dialogue, advocacy, and community engagement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9728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Protective Processes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Justice, security sector reform, institution building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EARLY WARNING &amp; PREVENTION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Monitoring Role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Pattern analysis and risk assessment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Coordination with security and political components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Intelligence sharing and alerts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Prevention Strategies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37760" y="21945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Engagement with national authorities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Support to local protection mechanisms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Capacity building for state institutions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</a:rPr>
              <a:t>Advocacy and Public Positioning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Balancing Act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Impartiality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65A82"/>
                </a:solidFill>
              </a:rPr>
              <a:t>⚖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212080" y="2194560"/>
            <a:ext cx="3200400" cy="5486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120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Accountability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Public Visibility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0" y="3017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C7293"/>
                </a:solidFill>
              </a:rPr>
              <a:t>⚖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5212080" y="3017520"/>
            <a:ext cx="3200400" cy="54864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Operational Security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1520" y="3840480"/>
            <a:ext cx="32004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Host State Relations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1480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⚖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5212080" y="3840480"/>
            <a:ext cx="3200400" cy="5486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1208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Mandate Obligations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572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ACCOUNTABILITY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&amp;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TRANSITIONAL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JUSTICE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0" y="365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</a:rPr>
              <a:t>Four Pillars of Transitional Justice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657600" y="1188720"/>
            <a:ext cx="2468880" cy="137160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40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38912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Truth-Seeking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404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Historical record and documentation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188720"/>
            <a:ext cx="2468880" cy="137160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13232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Prosecutions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Criminal accountability for violations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0" y="2834640"/>
            <a:ext cx="2468880" cy="137160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38912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Reparations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40480" y="34747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Compensation and support for victims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2834640"/>
            <a:ext cx="2468880" cy="137160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13232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Reform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83680" y="34747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Institutional change and vetting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0" y="4480560"/>
            <a:ext cx="50292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Examples: CAR and South Sudan Mapping Exercises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61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CHALLENGES &amp; CONSTRAINTS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544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</a:rPr>
              <a:t>Political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Host State resistance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Security Council dynamics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Geopolitical interests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⚠️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</a:rPr>
              <a:t>Security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Access 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Threats to staff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Conflict zone risks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💼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</a:rPr>
              <a:t>Resources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Funding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Staffing shortages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Competing priorities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</a:rPr>
              <a:t>Success Stories &amp; Lessons Learned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Achievements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Release of unlawfully detained persons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Prevention through early warning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Transitional justice support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✓ Strengthened national HR institutions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</a:rPr>
              <a:t>Critical Lessons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120640" y="21031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Field presence builds credibility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0" y="2743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Integration amplifies impact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120640" y="3383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Long-term engagement required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120640" y="40233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Local partnerships essential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9144000" cy="24003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E795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The UN multilateral system is tested daily at country-level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Human rights work bridges legal norms and operational reality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Success requires navigating political, security, and institutional constraints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Continuous learning and adaptation are essential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475488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eb58d0f-f804-411f-a20e-09ebfae62b4c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On-screen Show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Human Rights Agenda in UN Peacekeeping Missions</dc:title>
  <dc:subject>PptxGenJS Presentation</dc:subject>
  <dc:creator>UN Human Rights Module</dc:creator>
  <cp:lastModifiedBy>Mafizul Islam</cp:lastModifiedBy>
  <cp:revision>2</cp:revision>
  <dcterms:created xsi:type="dcterms:W3CDTF">2026-02-10T12:43:49Z</dcterms:created>
  <dcterms:modified xsi:type="dcterms:W3CDTF">2026-02-10T12:52:16Z</dcterms:modified>
</cp:coreProperties>
</file>